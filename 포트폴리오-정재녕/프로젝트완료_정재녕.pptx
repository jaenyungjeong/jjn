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aenyungjeong.github.io/angle340/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 340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: 정재녕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443038"/>
            <a:ext cx="3838575" cy="1628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 340 웹사이트는 단순한 카페 소개를 넘어, 공간 자체가 지닌 철학과 브랜드 아이덴티티를 감각적으로 전달하기 위한 목적으로 제작되었습니다. 특히 청계천과 세운상가 사이, 도심 속 복합문화형 카페로서의 성격을 부각시키고자 하며, 감성적이면서도 신뢰감 있는 UX/UI를 통해 방문 전부터 ANGLE 340의 경험을 시작할 수 있도록 기획되었습니다.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8385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제작의도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83857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ANGLE340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785938"/>
            <a:ext cx="4438650" cy="2862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81675" y="514350"/>
            <a:ext cx="289083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 340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├── ABOUT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└── 브랜드 철학 및 공간 소개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├── MENU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시그니처 커피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수제 디저트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└── 크래프트 맥주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├── SPACE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공간 사진 소개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인테리어 설명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└── 좌석 및 공간 활용 팁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├── GALLERY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시즌별 전시 아카이브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└── 아티스트 소개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├── VISIT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├── 위치 안내 (지도 포함)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   └── 운영시간 및 연락처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└── INSTAGRAM (SNS 연동)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8385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2.메뉴 구성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83857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ANGLE340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5288" y="433388"/>
            <a:ext cx="4533900" cy="4271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524500" y="3524250"/>
            <a:ext cx="666750" cy="666750"/>
          </a:xfrm>
          <a:prstGeom prst="roundRect">
            <a:avLst/>
          </a:prstGeom>
          <a:solidFill>
            <a:srgbClr val="113829"/>
          </a:solidFill>
          <a:ln w="165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6788" y="3524250"/>
            <a:ext cx="666750" cy="666750"/>
          </a:xfrm>
          <a:prstGeom prst="roundRect">
            <a:avLst/>
          </a:prstGeom>
          <a:solidFill>
            <a:srgbClr val="ECE4DE"/>
          </a:solidFill>
          <a:ln w="165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5283" y="433388"/>
            <a:ext cx="6862763" cy="5786438"/>
          </a:xfrm>
          <a:prstGeom prst="rect">
            <a:avLst/>
          </a:prstGeom>
          <a:solidFill>
            <a:srgbClr val="F6EB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955" y="3733205"/>
            <a:ext cx="763179" cy="76317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367" y="3778225"/>
            <a:ext cx="263428" cy="386211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378" y="4023800"/>
            <a:ext cx="122781" cy="122781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378" y="3901010"/>
            <a:ext cx="122781" cy="12278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9" y="3900998"/>
            <a:ext cx="122781" cy="122781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374" y="3778223"/>
            <a:ext cx="122781" cy="12278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9" y="3778225"/>
            <a:ext cx="122781" cy="122781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195" y="490538"/>
            <a:ext cx="4471992" cy="2042788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0424" y="2625903"/>
            <a:ext cx="4028763" cy="2079447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609600" y="1500188"/>
            <a:ext cx="3838575" cy="2352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컨셉 설명: "Urban Vintage Mood"</a:t>
            </a:r>
            <a:endParaRPr lang="en-US" sz="12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도심 속에서 잠시 쉬어갈 수 있는 아지트처럼, 빈티지함과 감성을 담은 따뜻한 분위기 연출</a:t>
            </a:r>
            <a:endParaRPr lang="en-US" sz="12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세월의 흔적이 느껴지는 오브제와 감각적인 공간미학이 결합된 카페 특성을 시각적으로 구현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 컬러: #ece4de (크림 베이지) 서브 컬러: #113829 (빈티지 그린), 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폰트 체계:</a:t>
            </a:r>
            <a:endParaRPr lang="en-US" sz="12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한글: Asta Sans (가독성과 현대적 감성)</a:t>
            </a:r>
            <a:endParaRPr lang="en-US" sz="1200" dirty="0"/>
          </a:p>
          <a:p>
            <a:pPr algn="l"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영문: Outfit (세련된 인상), IM Fell English SC , Special Elite(빈티지 감성)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609600" y="609600"/>
            <a:ext cx="38385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디자인컨셉</a:t>
            </a:r>
            <a:endParaRPr lang="en-US" sz="1350" dirty="0"/>
          </a:p>
        </p:txBody>
      </p:sp>
      <p:sp>
        <p:nvSpPr>
          <p:cNvPr id="18" name="Text 7"/>
          <p:cNvSpPr/>
          <p:nvPr/>
        </p:nvSpPr>
        <p:spPr>
          <a:xfrm>
            <a:off x="609600" y="952500"/>
            <a:ext cx="383857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ANGLE340</a:t>
            </a:r>
            <a:endParaRPr lang="en-US" sz="2250" dirty="0"/>
          </a:p>
        </p:txBody>
      </p:sp>
      <p:sp>
        <p:nvSpPr>
          <p:cNvPr id="19" name="Text 8"/>
          <p:cNvSpPr/>
          <p:nvPr/>
        </p:nvSpPr>
        <p:spPr>
          <a:xfrm>
            <a:off x="4776788" y="3248025"/>
            <a:ext cx="838200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900" b="1" spc="27" kern="0" dirty="0">
                <a:solidFill>
                  <a:srgbClr val="2F2105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: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4776788" y="1838325"/>
            <a:ext cx="1257300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900" b="1" spc="27" kern="0" dirty="0">
                <a:solidFill>
                  <a:srgbClr val="2F2105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Fonts-family :</a:t>
            </a:r>
            <a:endParaRPr lang="en-US" sz="900" dirty="0"/>
          </a:p>
        </p:txBody>
      </p:sp>
      <p:sp>
        <p:nvSpPr>
          <p:cNvPr id="21" name="Text 10"/>
          <p:cNvSpPr/>
          <p:nvPr/>
        </p:nvSpPr>
        <p:spPr>
          <a:xfrm>
            <a:off x="4776788" y="1995487"/>
            <a:ext cx="4748213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54" kern="0" dirty="0">
                <a:solidFill>
                  <a:srgbClr val="2F210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Outfit 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spc="54" kern="0" dirty="0">
                <a:solidFill>
                  <a:srgbClr val="2F210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Fell English SC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spc="54" kern="0" dirty="0">
                <a:solidFill>
                  <a:srgbClr val="2F210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Special Elite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4776788" y="1114425"/>
            <a:ext cx="1257300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900" b="1" spc="27" kern="0" dirty="0">
                <a:solidFill>
                  <a:srgbClr val="2F2105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Fonts-family :</a:t>
            </a:r>
            <a:endParaRPr lang="en-US" sz="900" dirty="0"/>
          </a:p>
        </p:txBody>
      </p:sp>
      <p:sp>
        <p:nvSpPr>
          <p:cNvPr id="23" name="Text 12"/>
          <p:cNvSpPr/>
          <p:nvPr/>
        </p:nvSpPr>
        <p:spPr>
          <a:xfrm>
            <a:off x="4776788" y="1114425"/>
            <a:ext cx="1257300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900" b="1" spc="27" kern="0" dirty="0">
                <a:solidFill>
                  <a:srgbClr val="2F2105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Fonts-family :</a:t>
            </a:r>
            <a:endParaRPr lang="en-US" sz="900" dirty="0"/>
          </a:p>
        </p:txBody>
      </p:sp>
      <p:sp>
        <p:nvSpPr>
          <p:cNvPr id="24" name="Text 13"/>
          <p:cNvSpPr/>
          <p:nvPr/>
        </p:nvSpPr>
        <p:spPr>
          <a:xfrm>
            <a:off x="4776788" y="1271588"/>
            <a:ext cx="150971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54" kern="0" dirty="0">
                <a:solidFill>
                  <a:srgbClr val="2F210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Ast Sans</a:t>
            </a:r>
            <a:endParaRPr lang="en-US" sz="1800" dirty="0"/>
          </a:p>
        </p:txBody>
      </p:sp>
      <p:sp>
        <p:nvSpPr>
          <p:cNvPr id="25" name="Text 14"/>
          <p:cNvSpPr/>
          <p:nvPr/>
        </p:nvSpPr>
        <p:spPr>
          <a:xfrm>
            <a:off x="5672138" y="3795713"/>
            <a:ext cx="823913" cy="119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675" b="1" spc="20" kern="0" dirty="0">
                <a:solidFill>
                  <a:srgbClr val="FFFDEC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#2F2105</a:t>
            </a:r>
            <a:endParaRPr lang="en-US" sz="675" dirty="0"/>
          </a:p>
        </p:txBody>
      </p:sp>
      <p:sp>
        <p:nvSpPr>
          <p:cNvPr id="26" name="Text 15"/>
          <p:cNvSpPr/>
          <p:nvPr/>
        </p:nvSpPr>
        <p:spPr>
          <a:xfrm>
            <a:off x="4924425" y="3795713"/>
            <a:ext cx="823913" cy="119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675" b="1" spc="20" kern="0" dirty="0">
                <a:solidFill>
                  <a:srgbClr val="333333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#ece4de</a:t>
            </a:r>
            <a:endParaRPr lang="en-US" sz="675" dirty="0"/>
          </a:p>
        </p:txBody>
      </p:sp>
      <p:sp>
        <p:nvSpPr>
          <p:cNvPr id="27" name="Text 16"/>
          <p:cNvSpPr/>
          <p:nvPr/>
        </p:nvSpPr>
        <p:spPr>
          <a:xfrm>
            <a:off x="6272213" y="3424238"/>
            <a:ext cx="828675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900" b="1" spc="27" kern="0" dirty="0">
                <a:solidFill>
                  <a:srgbClr val="2F2105">
                    <a:alpha val="99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 :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63" y="1085850"/>
            <a:ext cx="1052513" cy="33242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085850"/>
            <a:ext cx="1083590" cy="392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38" y="1085850"/>
            <a:ext cx="937003" cy="3924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1085850"/>
            <a:ext cx="1445744" cy="392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1085850"/>
            <a:ext cx="1671851" cy="392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275" y="1085850"/>
            <a:ext cx="1609725" cy="32527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60"/>
              </a:lnSpc>
              <a:buSzPct val="100000"/>
              <a:buFont typeface="+mj-lt"/>
              <a:buAutoNum type="arabicPeriod" startAt="1"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설계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42988"/>
            <a:ext cx="916884" cy="392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8" y="1042988"/>
            <a:ext cx="601675" cy="392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1042988"/>
            <a:ext cx="845027" cy="3924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1042988"/>
            <a:ext cx="442633" cy="392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338" y="1042988"/>
            <a:ext cx="918800" cy="392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350" y="1042988"/>
            <a:ext cx="2067120" cy="39243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60"/>
              </a:lnSpc>
              <a:buSzPct val="100000"/>
              <a:buFont typeface="+mj-lt"/>
              <a:buAutoNum type="arabicPeriod" startAt="1"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 시안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7513" y="2119313"/>
            <a:ext cx="3238500" cy="58578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713" y="485775"/>
            <a:ext cx="6884576" cy="417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7513" y="2119313"/>
            <a:ext cx="36957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ANGLE 340 포트폴리오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57513" y="2509838"/>
            <a:ext cx="3695700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125" u="sng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https://jaenyungjeong.github.io/angle340/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2025-06-16T01:51:28Z</dcterms:created>
  <dcterms:modified xsi:type="dcterms:W3CDTF">2025-06-16T01:51:28Z</dcterms:modified>
</cp:coreProperties>
</file>